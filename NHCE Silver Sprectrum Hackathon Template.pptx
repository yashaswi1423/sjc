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4F7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636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F4C534-8C21-43E7-BB1F-CAE10FE8A162}" type="datetimeFigureOut">
              <a:rPr lang="en-GB" smtClean="0"/>
              <a:t>09/10/2025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A6A801-F0B4-4C37-AF48-BA5DC2570AC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62419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lue Work Summary Corporate Promotion Report Modern Fashion Google Slides  Theme And Powerpoint Template - Slidesdocs"/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0"/>
            <a:ext cx="12192001" cy="7069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268" y="52127"/>
            <a:ext cx="1676714" cy="756617"/>
          </a:xfrm>
          <a:prstGeom prst="rect">
            <a:avLst/>
          </a:prstGeom>
        </p:spPr>
      </p:pic>
      <p:sp>
        <p:nvSpPr>
          <p:cNvPr id="9" name="TextBox 8"/>
          <p:cNvSpPr txBox="1"/>
          <p:nvPr userDrawn="1"/>
        </p:nvSpPr>
        <p:spPr>
          <a:xfrm>
            <a:off x="2503437" y="0"/>
            <a:ext cx="852732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 smtClean="0">
                <a:solidFill>
                  <a:srgbClr val="002060"/>
                </a:solidFill>
                <a:latin typeface="Monotype Corsiva" panose="03010101010201010101" pitchFamily="66" charset="0"/>
                <a:cs typeface="Times New Roman" panose="02020603050405020304" pitchFamily="18" charset="0"/>
              </a:rPr>
              <a:t>Silver Spectrum </a:t>
            </a:r>
            <a:r>
              <a:rPr lang="en-GB" sz="4000" b="1" dirty="0" err="1" smtClean="0">
                <a:solidFill>
                  <a:srgbClr val="002060"/>
                </a:solidFill>
                <a:latin typeface="Monotype Corsiva" panose="03010101010201010101" pitchFamily="66" charset="0"/>
                <a:cs typeface="Times New Roman" panose="02020603050405020304" pitchFamily="18" charset="0"/>
              </a:rPr>
              <a:t>TechFest</a:t>
            </a:r>
            <a:r>
              <a:rPr lang="en-GB" sz="4000" b="1" dirty="0" smtClean="0">
                <a:solidFill>
                  <a:srgbClr val="002060"/>
                </a:solidFill>
                <a:latin typeface="Monotype Corsiva" panose="03010101010201010101" pitchFamily="66" charset="0"/>
                <a:cs typeface="Times New Roman" panose="02020603050405020304" pitchFamily="18" charset="0"/>
              </a:rPr>
              <a:t> 2025</a:t>
            </a:r>
          </a:p>
          <a:p>
            <a:pPr algn="ctr"/>
            <a:r>
              <a:rPr lang="en-GB" sz="4000" b="1" dirty="0" smtClean="0">
                <a:solidFill>
                  <a:srgbClr val="002060"/>
                </a:solidFill>
                <a:latin typeface="Monotype Corsiva" panose="03010101010201010101" pitchFamily="66" charset="0"/>
                <a:cs typeface="Times New Roman" panose="02020603050405020304" pitchFamily="18" charset="0"/>
              </a:rPr>
              <a:t>A National Level 48-Hour Hackathon</a:t>
            </a:r>
            <a:endParaRPr lang="en-GB" sz="4000" b="1" dirty="0">
              <a:solidFill>
                <a:srgbClr val="002060"/>
              </a:solidFill>
              <a:latin typeface="Monotype Corsiva" panose="03010101010201010101" pitchFamily="66" charset="0"/>
              <a:cs typeface="Times New Roman" panose="02020603050405020304" pitchFamily="18" charset="0"/>
            </a:endParaRPr>
          </a:p>
        </p:txBody>
      </p:sp>
      <p:pic>
        <p:nvPicPr>
          <p:cNvPr id="12" name="Picture 6" descr="NAAC: Govt colleges at sea over NAAC's revamped accreditation process |  Bengaluru News - Times of India">
            <a:extLst>
              <a:ext uri="{FF2B5EF4-FFF2-40B4-BE49-F238E27FC236}">
                <a16:creationId xmlns:a16="http://schemas.microsoft.com/office/drawing/2014/main" id="{1D660C61-5F06-4EA0-A691-7EB977C277C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401" y="825539"/>
            <a:ext cx="679301" cy="50882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 descr="National Board of Accreditation - Wikipedia">
            <a:extLst>
              <a:ext uri="{FF2B5EF4-FFF2-40B4-BE49-F238E27FC236}">
                <a16:creationId xmlns:a16="http://schemas.microsoft.com/office/drawing/2014/main" id="{FF017111-8FEA-4656-A6CF-8D8D71218B8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3080" y="858497"/>
            <a:ext cx="563090" cy="442905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SDMIMD Awarded “Diamond Rating” by QS-IGauge | SDMIMD"/>
          <p:cNvPicPr>
            <a:picLocks noChangeAspect="1" noChangeArrowheads="1"/>
          </p:cNvPicPr>
          <p:nvPr userDrawn="1"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3218" y="825539"/>
            <a:ext cx="639528" cy="450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Institution's Innovation Council – DAV College, Jalandhar"/>
          <p:cNvPicPr>
            <a:picLocks noChangeAspect="1" noChangeArrowheads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914" t="26657" r="914" b="28565"/>
          <a:stretch/>
        </p:blipFill>
        <p:spPr bwMode="auto">
          <a:xfrm>
            <a:off x="10841373" y="417432"/>
            <a:ext cx="1287415" cy="576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847896" y="6102866"/>
            <a:ext cx="8496206" cy="1212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61848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>
            <a:off x="0" y="6176963"/>
            <a:ext cx="12192000" cy="681037"/>
          </a:xfrm>
          <a:prstGeom prst="rect">
            <a:avLst/>
          </a:prstGeom>
          <a:solidFill>
            <a:srgbClr val="1F4F7B"/>
          </a:solidFill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8501" y="185738"/>
            <a:ext cx="1953499" cy="881516"/>
          </a:xfrm>
          <a:prstGeom prst="rect">
            <a:avLst/>
          </a:prstGeom>
        </p:spPr>
      </p:pic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D1083F7-0BA0-4A01-934D-C794F5AFDA27}" type="datetime1">
              <a:rPr lang="en-GB" smtClean="0"/>
              <a:t>09/10/2025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 smtClean="0"/>
              <a:t>Silver Spectrum </a:t>
            </a:r>
            <a:r>
              <a:rPr lang="en-GB" dirty="0" err="1" smtClean="0"/>
              <a:t>TechFest</a:t>
            </a:r>
            <a:r>
              <a:rPr lang="en-GB" dirty="0" smtClean="0"/>
              <a:t> 2025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51F827D-F8B3-4376-80A9-9A2F9AE66C3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4023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C4CA9F-9058-4FAA-BA2C-481D89DA537A}" type="datetime1">
              <a:rPr lang="en-GB" smtClean="0"/>
              <a:t>09/10/2025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smtClean="0"/>
              <a:t>Silver Spectrum Hackathon 2025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F827D-F8B3-4376-80A9-9A2F9AE66C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89685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DD2519-034B-4DDC-A162-38B3478995D1}" type="datetime1">
              <a:rPr lang="en-GB" smtClean="0"/>
              <a:t>09/10/2025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smtClean="0"/>
              <a:t>Silver Spectrum Hackathon 2025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F827D-F8B3-4376-80A9-9A2F9AE66C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66503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8EF9E5-1CDE-417C-83FB-6F8963E7AC27}" type="datetime1">
              <a:rPr lang="en-GB" smtClean="0"/>
              <a:t>09/10/2025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smtClean="0"/>
              <a:t>Silver Spectrum Hackathon 2025</a:t>
            </a:r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F827D-F8B3-4376-80A9-9A2F9AE66C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574912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C4A80E-2CBD-42E1-9337-7236CD825C49}" type="datetime1">
              <a:rPr lang="en-GB" smtClean="0"/>
              <a:t>09/10/2025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smtClean="0"/>
              <a:t>Silver Spectrum Hackathon 2025</a:t>
            </a:r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F827D-F8B3-4376-80A9-9A2F9AE66C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46099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8ED10-4847-4697-8CDD-72071147F421}" type="datetime1">
              <a:rPr lang="en-GB" smtClean="0"/>
              <a:t>09/10/2025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smtClean="0"/>
              <a:t>Silver Spectrum Hackathon 2025</a:t>
            </a:r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F827D-F8B3-4376-80A9-9A2F9AE66C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0036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31C3E4-E14D-4463-A0B3-7282BC63FD36}" type="datetime1">
              <a:rPr lang="en-GB" smtClean="0"/>
              <a:t>09/10/2025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smtClean="0"/>
              <a:t>Silver Spectrum Hackathon 2025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F827D-F8B3-4376-80A9-9A2F9AE66C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425211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9A4A3C-A5D3-48FF-B3CF-7124B5C6D6D2}" type="datetime1">
              <a:rPr lang="en-GB" smtClean="0"/>
              <a:t>09/10/2025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smtClean="0"/>
              <a:t>Silver Spectrum Hackathon 2025</a:t>
            </a:r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F827D-F8B3-4376-80A9-9A2F9AE66C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62129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7897FD-89F8-4E4A-9604-F8C3CDD96EB2}" type="datetime1">
              <a:rPr lang="en-GB" smtClean="0"/>
              <a:t>09/10/2025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smtClean="0"/>
              <a:t>Silver Spectrum Hackathon 2025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F827D-F8B3-4376-80A9-9A2F9AE66C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2193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F39F16-AAD1-4C05-8587-3822462C28A4}" type="datetime1">
              <a:rPr lang="en-GB" smtClean="0"/>
              <a:t>09/10/2025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smtClean="0"/>
              <a:t>Silver Spectrum Hackathon 2025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F827D-F8B3-4376-80A9-9A2F9AE66C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6820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D5576E-E5DC-4BF2-A396-BAF83196B85D}" type="datetime1">
              <a:rPr lang="en-GB" smtClean="0"/>
              <a:t>09/10/2025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smtClean="0"/>
              <a:t>Silver Spectrum Hackathon 2025</a:t>
            </a:r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1F827D-F8B3-4376-80A9-9A2F9AE66C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27773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ubtitle 2"/>
          <p:cNvSpPr txBox="1">
            <a:spLocks/>
          </p:cNvSpPr>
          <p:nvPr/>
        </p:nvSpPr>
        <p:spPr>
          <a:xfrm>
            <a:off x="1495692" y="1556551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b="1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smtClean="0"/>
              <a:t>Problem Statement:</a:t>
            </a:r>
          </a:p>
          <a:p>
            <a:r>
              <a:rPr lang="en-US" dirty="0" smtClean="0"/>
              <a:t>Title:</a:t>
            </a:r>
          </a:p>
          <a:p>
            <a:endParaRPr lang="en-GB" dirty="0"/>
          </a:p>
        </p:txBody>
      </p:sp>
      <p:sp>
        <p:nvSpPr>
          <p:cNvPr id="5" name="Subtitle 2"/>
          <p:cNvSpPr txBox="1">
            <a:spLocks/>
          </p:cNvSpPr>
          <p:nvPr/>
        </p:nvSpPr>
        <p:spPr>
          <a:xfrm>
            <a:off x="1495692" y="3760242"/>
            <a:ext cx="3949764" cy="1655762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b="1" dirty="0" smtClean="0"/>
              <a:t>Team ID</a:t>
            </a:r>
          </a:p>
          <a:p>
            <a:pPr algn="l"/>
            <a:r>
              <a:rPr lang="en-US" b="1" dirty="0" smtClean="0"/>
              <a:t>Team </a:t>
            </a:r>
            <a:r>
              <a:rPr lang="en-US" b="1" dirty="0" smtClean="0"/>
              <a:t>Name – </a:t>
            </a:r>
          </a:p>
          <a:p>
            <a:pPr algn="l"/>
            <a:r>
              <a:rPr lang="en-US" b="1" dirty="0" smtClean="0"/>
              <a:t>Team Lead – </a:t>
            </a:r>
          </a:p>
          <a:p>
            <a:pPr algn="l"/>
            <a:r>
              <a:rPr lang="en-US" b="1" dirty="0" smtClean="0"/>
              <a:t>College Name - </a:t>
            </a:r>
          </a:p>
          <a:p>
            <a:endParaRPr lang="en-GB" b="1" dirty="0"/>
          </a:p>
        </p:txBody>
      </p:sp>
      <p:sp>
        <p:nvSpPr>
          <p:cNvPr id="6" name="Subtitle 2"/>
          <p:cNvSpPr txBox="1">
            <a:spLocks/>
          </p:cNvSpPr>
          <p:nvPr/>
        </p:nvSpPr>
        <p:spPr>
          <a:xfrm>
            <a:off x="6067692" y="3389734"/>
            <a:ext cx="3949764" cy="165576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2000" b="1" dirty="0" smtClean="0"/>
              <a:t>Team Members</a:t>
            </a:r>
          </a:p>
          <a:p>
            <a:pPr algn="l"/>
            <a:r>
              <a:rPr lang="en-US" sz="2000" b="1" dirty="0" smtClean="0"/>
              <a:t>1. </a:t>
            </a:r>
          </a:p>
          <a:p>
            <a:pPr algn="l"/>
            <a:r>
              <a:rPr lang="en-US" sz="2000" b="1" dirty="0" smtClean="0"/>
              <a:t>2. </a:t>
            </a:r>
          </a:p>
          <a:p>
            <a:pPr algn="l"/>
            <a:r>
              <a:rPr lang="en-US" sz="2000" b="1" dirty="0" smtClean="0"/>
              <a:t>3. </a:t>
            </a:r>
          </a:p>
          <a:p>
            <a:pPr algn="l"/>
            <a:r>
              <a:rPr lang="en-US" sz="2000" b="1" dirty="0" smtClean="0"/>
              <a:t>4. </a:t>
            </a:r>
          </a:p>
          <a:p>
            <a:pPr algn="l"/>
            <a:r>
              <a:rPr lang="en-US" sz="2000" b="1" dirty="0" smtClean="0"/>
              <a:t>5. </a:t>
            </a:r>
          </a:p>
          <a:p>
            <a:endParaRPr lang="en-GB" sz="2000" b="1" dirty="0"/>
          </a:p>
        </p:txBody>
      </p:sp>
    </p:spTree>
    <p:extLst>
      <p:ext uri="{BB962C8B-B14F-4D97-AF65-F5344CB8AC3E}">
        <p14:creationId xmlns:p14="http://schemas.microsoft.com/office/powerpoint/2010/main" val="22001399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58457"/>
          </a:xfrm>
        </p:spPr>
        <p:txBody>
          <a:bodyPr>
            <a:normAutofit/>
          </a:bodyPr>
          <a:lstStyle/>
          <a:p>
            <a:r>
              <a:rPr lang="en-GB" sz="3600" b="1" dirty="0" smtClean="0"/>
              <a:t>PROPOSED SOLUTION</a:t>
            </a:r>
            <a:endParaRPr lang="en-GB" sz="36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73707"/>
            <a:ext cx="10515600" cy="5003256"/>
          </a:xfrm>
        </p:spPr>
        <p:txBody>
          <a:bodyPr/>
          <a:lstStyle/>
          <a:p>
            <a:r>
              <a:rPr lang="en-GB" dirty="0"/>
              <a:t>Innovation and uniqueness of the solution</a:t>
            </a:r>
          </a:p>
          <a:p>
            <a:r>
              <a:rPr lang="en-GB" dirty="0" smtClean="0"/>
              <a:t>Detailed </a:t>
            </a:r>
            <a:r>
              <a:rPr lang="en-GB" dirty="0"/>
              <a:t>explanation of the proposed solution</a:t>
            </a:r>
          </a:p>
          <a:p>
            <a:r>
              <a:rPr lang="en-GB" dirty="0" smtClean="0"/>
              <a:t>How </a:t>
            </a:r>
            <a:r>
              <a:rPr lang="en-GB" dirty="0"/>
              <a:t>it addresses the </a:t>
            </a:r>
            <a:r>
              <a:rPr lang="en-GB" dirty="0" smtClean="0"/>
              <a:t>problem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51F651-4214-4959-ACC3-38870645767B}" type="datetime1">
              <a:rPr lang="en-GB" smtClean="0"/>
              <a:t>09/10/2025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smtClean="0"/>
              <a:t>Silver Spectrum Hackathon 2025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F827D-F8B3-4376-80A9-9A2F9AE66C3B}" type="slidenum">
              <a:rPr lang="en-GB" smtClean="0"/>
              <a:pPr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179264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03866"/>
          </a:xfrm>
        </p:spPr>
        <p:txBody>
          <a:bodyPr>
            <a:normAutofit/>
          </a:bodyPr>
          <a:lstStyle/>
          <a:p>
            <a:r>
              <a:rPr lang="en-GB" sz="3600" b="1" dirty="0" smtClean="0"/>
              <a:t>TECHNICAL APPROACH</a:t>
            </a:r>
            <a:endParaRPr lang="en-GB" sz="36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46412"/>
            <a:ext cx="10515600" cy="5030551"/>
          </a:xfrm>
        </p:spPr>
        <p:txBody>
          <a:bodyPr/>
          <a:lstStyle/>
          <a:p>
            <a:r>
              <a:rPr lang="en-GB" dirty="0" smtClean="0"/>
              <a:t>Methodology</a:t>
            </a:r>
          </a:p>
          <a:p>
            <a:r>
              <a:rPr lang="en-GB" dirty="0" smtClean="0"/>
              <a:t>Process for implementation</a:t>
            </a:r>
          </a:p>
          <a:p>
            <a:r>
              <a:rPr lang="en-GB" dirty="0" smtClean="0"/>
              <a:t>Technologies to be used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D91FB1-8832-47D9-AFFC-922069289070}" type="datetime1">
              <a:rPr lang="en-GB" smtClean="0"/>
              <a:t>09/10/2025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smtClean="0"/>
              <a:t>Silver Spectrum Hackathon 2025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F827D-F8B3-4376-80A9-9A2F9AE66C3B}" type="slidenum">
              <a:rPr lang="en-GB" smtClean="0"/>
              <a:pPr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528849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31162"/>
          </a:xfrm>
        </p:spPr>
        <p:txBody>
          <a:bodyPr>
            <a:normAutofit/>
          </a:bodyPr>
          <a:lstStyle/>
          <a:p>
            <a:r>
              <a:rPr lang="en-GB" sz="3600" b="1" dirty="0" smtClean="0"/>
              <a:t>FEASIBILITY</a:t>
            </a:r>
            <a:endParaRPr lang="en-GB" sz="36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14651"/>
            <a:ext cx="10515600" cy="4962312"/>
          </a:xfrm>
        </p:spPr>
        <p:txBody>
          <a:bodyPr/>
          <a:lstStyle/>
          <a:p>
            <a:r>
              <a:rPr lang="en-GB" dirty="0"/>
              <a:t>F</a:t>
            </a:r>
            <a:r>
              <a:rPr lang="en-GB" dirty="0" smtClean="0"/>
              <a:t>easibility </a:t>
            </a:r>
            <a:r>
              <a:rPr lang="en-GB" dirty="0"/>
              <a:t>analysis:</a:t>
            </a:r>
          </a:p>
          <a:p>
            <a:r>
              <a:rPr lang="en-GB" dirty="0" smtClean="0"/>
              <a:t>Potential </a:t>
            </a:r>
            <a:r>
              <a:rPr lang="en-GB" dirty="0"/>
              <a:t>challenges:</a:t>
            </a:r>
          </a:p>
          <a:p>
            <a:r>
              <a:rPr lang="en-GB" dirty="0" smtClean="0"/>
              <a:t>Strategies </a:t>
            </a:r>
            <a:r>
              <a:rPr lang="en-GB" dirty="0"/>
              <a:t>to overcome challenges:</a:t>
            </a:r>
          </a:p>
          <a:p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9DC2A0-7247-4D01-9CAE-C7D4525E044B}" type="datetime1">
              <a:rPr lang="en-GB" smtClean="0"/>
              <a:t>09/10/2025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smtClean="0"/>
              <a:t>Silver Spectrum Hackathon 2025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F827D-F8B3-4376-80A9-9A2F9AE66C3B}" type="slidenum">
              <a:rPr lang="en-GB" smtClean="0"/>
              <a:pPr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379132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03866"/>
          </a:xfrm>
        </p:spPr>
        <p:txBody>
          <a:bodyPr>
            <a:normAutofit/>
          </a:bodyPr>
          <a:lstStyle/>
          <a:p>
            <a:r>
              <a:rPr lang="en-GB" sz="3600" b="1" dirty="0" smtClean="0"/>
              <a:t>IMPACT ON SOCIETY</a:t>
            </a:r>
            <a:endParaRPr lang="en-GB" sz="3600" b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201003"/>
            <a:ext cx="10515600" cy="4975960"/>
          </a:xfrm>
        </p:spPr>
        <p:txBody>
          <a:bodyPr/>
          <a:lstStyle/>
          <a:p>
            <a:r>
              <a:rPr lang="en-GB" dirty="0"/>
              <a:t>Benefits &amp; impact of the solution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D10003-7A1E-4160-A823-C93A2B2C4A5E}" type="datetime1">
              <a:rPr lang="en-GB" smtClean="0"/>
              <a:t>09/10/2025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smtClean="0"/>
              <a:t>Silver Spectrum Hackathon 2025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F827D-F8B3-4376-80A9-9A2F9AE66C3B}" type="slidenum">
              <a:rPr lang="en-GB" smtClean="0"/>
              <a:pPr/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71279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17514"/>
          </a:xfrm>
        </p:spPr>
        <p:txBody>
          <a:bodyPr>
            <a:normAutofit/>
          </a:bodyPr>
          <a:lstStyle/>
          <a:p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  <a:endParaRPr lang="en-GB" sz="36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160060"/>
            <a:ext cx="10515600" cy="5016903"/>
          </a:xfrm>
        </p:spPr>
        <p:txBody>
          <a:bodyPr/>
          <a:lstStyle/>
          <a:p>
            <a:r>
              <a:rPr lang="en-GB" dirty="0" smtClean="0"/>
              <a:t>Links / Details </a:t>
            </a:r>
            <a:r>
              <a:rPr lang="en-GB" dirty="0"/>
              <a:t>of the reference and research work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73F4E-C8EE-45CC-85AF-385C9DC56506}" type="datetime1">
              <a:rPr lang="en-GB" smtClean="0"/>
              <a:t>09/10/2025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smtClean="0"/>
              <a:t>Silver Spectrum Hackathon 2025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1F827D-F8B3-4376-80A9-9A2F9AE66C3B}" type="slidenum">
              <a:rPr lang="en-GB" smtClean="0"/>
              <a:pPr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953226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</TotalTime>
  <Words>120</Words>
  <Application>Microsoft Office PowerPoint</Application>
  <PresentationFormat>Widescreen</PresentationFormat>
  <Paragraphs>43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ＭＳ Ｐゴシック</vt:lpstr>
      <vt:lpstr>Arial</vt:lpstr>
      <vt:lpstr>Calibri</vt:lpstr>
      <vt:lpstr>Calibri Light</vt:lpstr>
      <vt:lpstr>Monotype Corsiva</vt:lpstr>
      <vt:lpstr>Times New Roman</vt:lpstr>
      <vt:lpstr>Office Theme</vt:lpstr>
      <vt:lpstr>PowerPoint Presentation</vt:lpstr>
      <vt:lpstr>PROPOSED SOLUTION</vt:lpstr>
      <vt:lpstr>TECHNICAL APPROACH</vt:lpstr>
      <vt:lpstr>FEASIBILITY</vt:lpstr>
      <vt:lpstr>IMPACT ON SOCIETY</vt:lpstr>
      <vt:lpstr>RESEARCH  AND 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Sanjeev P Kaulgud-Asst. Prof-CSE</dc:creator>
  <cp:lastModifiedBy>Sanjeev P Kaulgud-Asst. Prof-CSE</cp:lastModifiedBy>
  <cp:revision>21</cp:revision>
  <dcterms:created xsi:type="dcterms:W3CDTF">2025-09-30T05:49:16Z</dcterms:created>
  <dcterms:modified xsi:type="dcterms:W3CDTF">2025-10-09T09:23:22Z</dcterms:modified>
</cp:coreProperties>
</file>